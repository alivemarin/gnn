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8482" y="1152525"/>
            <a:ext cx="41668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패킷 공격 예측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07722" y="1838325"/>
            <a:ext cx="4328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Classification with TransformerConv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21176" y="3057525"/>
            <a:ext cx="150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60202609</a:t>
            </a:r>
            <a:pPr algn="ctr" indent="0" marL="0">
              <a:lnSpc>
                <a:spcPts val="225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한진우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83946" y="3686175"/>
            <a:ext cx="17758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중간고사 프로젝트 발표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개요 및 데이터셋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791593"/>
            <a:ext cx="39639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설명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56383"/>
            <a:ext cx="39639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네트워크 패킷의 공격 유형 분류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704058"/>
            <a:ext cx="3886200" cy="1295400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marL="128588" indent="-128588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Node: WiFi 장치 (src, dst)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Edge: 패킷 전송 (방향성)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Protocol, Encryption, Size, Delay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공격 유형 예측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00600" y="739229"/>
            <a:ext cx="39639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특성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00600" y="1204020"/>
            <a:ext cx="3886200" cy="1000125"/>
          </a:xfrm>
          <a:prstGeom prst="roundRect">
            <a:avLst>
              <a:gd name="adj" fmla="val 76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19650" y="1204020"/>
            <a:ext cx="0" cy="100012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67300" y="1356420"/>
            <a:ext cx="34587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67300" y="1737420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NODES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0600" y="2432745"/>
            <a:ext cx="3886200" cy="1000125"/>
          </a:xfrm>
          <a:prstGeom prst="roundRect">
            <a:avLst>
              <a:gd name="adj" fmla="val 76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19650" y="2432745"/>
            <a:ext cx="0" cy="100012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7300" y="2585145"/>
            <a:ext cx="34587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~10,000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067300" y="2966145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EDGES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661470"/>
            <a:ext cx="3886200" cy="1000125"/>
          </a:xfrm>
          <a:prstGeom prst="roundRect">
            <a:avLst>
              <a:gd name="adj" fmla="val 76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819650" y="3661470"/>
            <a:ext cx="0" cy="100012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7300" y="3813870"/>
            <a:ext cx="34587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67300" y="4194870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CLASSES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4852095"/>
            <a:ext cx="3963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Normal, Replay, DoS, MitM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359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불균형 문제 및 해결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639193"/>
            <a:ext cx="39639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발견된 문제점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56383"/>
            <a:ext cx="3886200" cy="1000125"/>
          </a:xfrm>
          <a:prstGeom prst="roundRect">
            <a:avLst>
              <a:gd name="adj" fmla="val 7619"/>
            </a:avLst>
          </a:prstGeom>
          <a:solidFill>
            <a:srgbClr val="FF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2256383"/>
            <a:ext cx="0" cy="1000125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2408783"/>
            <a:ext cx="3458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85.31%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23900" y="2904083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클래스 비율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485108"/>
            <a:ext cx="396392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심각한 클래스 불균형으로 인해 모델이 소수 클래스를 제대로 학습하지 못하는 문제 발생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00600" y="1158180"/>
            <a:ext cx="39639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방법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0600" y="1775371"/>
            <a:ext cx="3886200" cy="1905000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marL="128588" indent="-128588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Oversampling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소수 클래스 데이터를 무작위 복제하여 양적 균형 맞춤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Smoothing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과적합 방지 및 일반화 성능 향상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Undirected Graph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양방향 연결로 학습 데이터 증대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00600" y="4061371"/>
            <a:ext cx="3886200" cy="533400"/>
          </a:xfrm>
          <a:prstGeom prst="roundRect">
            <a:avLst>
              <a:gd name="adj" fmla="val 14286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19650" y="4061371"/>
            <a:ext cx="0" cy="5334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7300" y="4213771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모든 클래스의 균형있는 학습 달성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구조 및 핵심 기술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9360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Edge-GAT with TransformerConv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84150"/>
            <a:ext cx="8229600" cy="1340941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Feature Encoder</a:t>
            </a:r>
            <a:pPr algn="l" indent="0" marL="0">
              <a:lnSpc>
                <a:spcPts val="2100"/>
              </a:lnSpc>
              <a:spcAft>
                <a:spcPts val="42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Protocol, Encryption 등 엣지 특성 임베딩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TransformerConv</a:t>
            </a:r>
            <a:pPr algn="l" indent="0" marL="0">
              <a:lnSpc>
                <a:spcPts val="2100"/>
              </a:lnSpc>
              <a:spcAft>
                <a:spcPts val="42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Multi-head attention (4 heads)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Normalization</a:t>
            </a:r>
            <a:pPr algn="l" indent="0" marL="0">
              <a:lnSpc>
                <a:spcPts val="2100"/>
              </a:lnSpc>
              <a:spcAft>
                <a:spcPts val="42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각 레이어마다 안정적 학습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MLP</a:t>
            </a:r>
            <a:pPr algn="l" indent="0" marL="0">
              <a:lnSpc>
                <a:spcPts val="2100"/>
              </a:lnSpc>
              <a:spcAft>
                <a:spcPts val="42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최종 엣지 분류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039392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최적화 기법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04182"/>
            <a:ext cx="8229600" cy="1340941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AdamW Optimizer with Weight Decay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Annealing LR Scheduler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Clipping (norm=1.0)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 (patience=30)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959423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선택 이유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24214"/>
            <a:ext cx="83941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20개, 엣지 10,000개 → </a:t>
            </a:r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Edge-level classification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적합. TransformerConv의 강력한 attention 활용.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결과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-246608"/>
            <a:ext cx="226507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성능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70582"/>
            <a:ext cx="2220664" cy="1000125"/>
          </a:xfrm>
          <a:prstGeom prst="roundRect">
            <a:avLst>
              <a:gd name="adj" fmla="val 76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370582"/>
            <a:ext cx="0" cy="100012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522982"/>
            <a:ext cx="17598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23900" y="903982"/>
            <a:ext cx="1759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ACCURACY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599307"/>
            <a:ext cx="2220664" cy="1000125"/>
          </a:xfrm>
          <a:prstGeom prst="roundRect">
            <a:avLst>
              <a:gd name="adj" fmla="val 76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" y="1599307"/>
            <a:ext cx="0" cy="100012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900" y="1751707"/>
            <a:ext cx="17598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23900" y="2132707"/>
            <a:ext cx="1759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ACCURACY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828032"/>
            <a:ext cx="2220664" cy="1000125"/>
          </a:xfrm>
          <a:prstGeom prst="roundRect">
            <a:avLst>
              <a:gd name="adj" fmla="val 76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6250" y="2828032"/>
            <a:ext cx="0" cy="100012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900" y="2980432"/>
            <a:ext cx="17598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우수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23900" y="3361432"/>
            <a:ext cx="1759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209157"/>
            <a:ext cx="2265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(Always Normal) 대비 큰 성능 향상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35064" y="-66377"/>
            <a:ext cx="56627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&amp; Accuracy Curves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파일 예측 결과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77367"/>
            <a:ext cx="226507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수행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42157"/>
            <a:ext cx="226507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Test2.csv의 각 패킷에 대해 공격 유형을 예측하여 출력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247007"/>
            <a:ext cx="2220664" cy="1219200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marL="128588" indent="-128588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노드 처리 (임베딩 확장)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엣지 특성 인코딩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레이블 예측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694807"/>
            <a:ext cx="2220664" cy="866775"/>
          </a:xfrm>
          <a:prstGeom prst="roundRect">
            <a:avLst>
              <a:gd name="adj" fmla="val 879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847207"/>
            <a:ext cx="1954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4152007"/>
            <a:ext cx="19541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test2_pred.csv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35064" y="505123"/>
            <a:ext cx="56627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출력 화면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배운점 및 느낀점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73720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38510"/>
            <a:ext cx="8229600" cy="1340941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불균형 해결</a:t>
            </a:r>
            <a:pPr algn="l" indent="0" marL="0">
              <a:lnSpc>
                <a:spcPts val="2100"/>
              </a:lnSpc>
              <a:spcAft>
                <a:spcPts val="42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Oversampling, Label Smoothing 등 다양한 기법 학습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Edge-level GNN</a:t>
            </a:r>
            <a:pPr algn="l" indent="0" marL="0">
              <a:lnSpc>
                <a:spcPts val="2100"/>
              </a:lnSpc>
              <a:spcAft>
                <a:spcPts val="42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노드가 적어도 엣지가 많으면 효과적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TransformerConv</a:t>
            </a:r>
            <a:pPr algn="l" indent="0" marL="0">
              <a:lnSpc>
                <a:spcPts val="2100"/>
              </a:lnSpc>
              <a:spcAft>
                <a:spcPts val="42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GAT보다 강력한 attention 메커니즘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pPr algn="l" indent="0" marL="0">
              <a:lnSpc>
                <a:spcPts val="2100"/>
              </a:lnSpc>
              <a:spcAft>
                <a:spcPts val="42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Edge Feature Encoder의 중요성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393752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보안 적용 가능성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58542"/>
            <a:ext cx="8229600" cy="982861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네트워크 공격 탐지 시스템에 활용 가능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패킷 분석을 통한 이상 탐지</a:t>
            </a:r>
            <a:endParaRPr lang="en-US" sz="1350" dirty="0"/>
          </a:p>
          <a:p>
            <a:pPr algn="l" marL="128588" indent="-128588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공격 유형 (DoS, Replay, MitM) 구별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955703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개선 방향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20493"/>
            <a:ext cx="83941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많은 공격 유형 추가, 시간적 특성 반영, 실시간 처리 최적화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 패킷 공격 예측 GNN 프로젝트</dc:title>
  <dc:subject>PptxGenJS Presentation</dc:subject>
  <dc:creator>한진우</dc:creator>
  <cp:lastModifiedBy>한진우</cp:lastModifiedBy>
  <cp:revision>1</cp:revision>
  <dcterms:created xsi:type="dcterms:W3CDTF">2025-10-22T04:29:43Z</dcterms:created>
  <dcterms:modified xsi:type="dcterms:W3CDTF">2025-10-22T04:29:43Z</dcterms:modified>
</cp:coreProperties>
</file>